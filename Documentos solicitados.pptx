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</p:sldIdLst>
  <p:sldSz cx="12192000" cy="6858000"/>
  <p:notesSz cx="6858000" cy="9144000"/>
  <p:defaultTextStyle>
    <a:defPPr>
      <a:defRPr lang="en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7131"/>
    <a:srgbClr val="C3270D"/>
    <a:srgbClr val="D690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34"/>
    <p:restoredTop sz="94658"/>
  </p:normalViewPr>
  <p:slideViewPr>
    <p:cSldViewPr snapToGrid="0">
      <p:cViewPr>
        <p:scale>
          <a:sx n="109" d="100"/>
          <a:sy n="109" d="100"/>
        </p:scale>
        <p:origin x="848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DBBCF-7C07-4FC0-2A85-3407F9CA7A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5A9EDF-71ED-9F6A-FD3E-BEF3A9F287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42BDBF-BFE3-9EA1-73C5-8D96FEC58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3970C-B76A-6246-B9AA-B26951D258E6}" type="datetimeFigureOut">
              <a:rPr lang="en-MX" smtClean="0"/>
              <a:t>26/03/26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96BD4-A379-AF4D-ED3D-FBCA892B6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6D145-FAC9-BB1D-0698-179F90FAD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CDBD5-1240-1143-928B-606965EC6CA3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636029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B5DA7-5D54-A8C1-0C00-6BD92A60E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0F023-DFC8-F800-4EA7-56AFBAFDC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41DD98-E7B5-CC90-EECE-899166002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3970C-B76A-6246-B9AA-B26951D258E6}" type="datetimeFigureOut">
              <a:rPr lang="en-MX" smtClean="0"/>
              <a:t>26/03/26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F2C2A3-97EB-F0E6-1DFE-BF901034F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CE77A-7A57-6F8B-65C3-A1AEF94EC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CDBD5-1240-1143-928B-606965EC6CA3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29507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705F7-229B-69CE-2BCE-5549F0E01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6E21D4-7123-8698-8323-0BAB3AD328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54E0F9-4167-DF31-C68C-7E65A7AC5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3970C-B76A-6246-B9AA-B26951D258E6}" type="datetimeFigureOut">
              <a:rPr lang="en-MX" smtClean="0"/>
              <a:t>26/03/26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D2A91-4094-4813-05EB-D7A8615FD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B041F8-026D-8E09-F9E8-C2768B666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CDBD5-1240-1143-928B-606965EC6CA3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613442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035EB-33AE-04C0-7B24-0EB278B15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0DB5C-8475-6ED8-A303-FBDF98377E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A22CC9-E858-3F62-3584-13CD69CF56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1EB985-2301-7C80-7E48-D6B53B6E8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3970C-B76A-6246-B9AA-B26951D258E6}" type="datetimeFigureOut">
              <a:rPr lang="en-MX" smtClean="0"/>
              <a:t>26/03/26</a:t>
            </a:fld>
            <a:endParaRPr lang="en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5A3B73-4FDC-D2BA-F12A-8B12F1107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FB0072-5B57-668E-A123-50399F156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CDBD5-1240-1143-928B-606965EC6CA3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318087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008C6-2B04-ED49-BEED-8C1F4F9CF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196C90-46CF-1FA4-5C64-90A072E506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565339-C867-5B12-1774-330A1585DF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8AE0BB-0566-BC33-01D4-EFBAD35DB6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82C440-0878-1C3C-DAE6-A25C965E6E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FCF273-DF30-390D-BE38-29C8701FE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3970C-B76A-6246-B9AA-B26951D258E6}" type="datetimeFigureOut">
              <a:rPr lang="en-MX" smtClean="0"/>
              <a:t>26/03/26</a:t>
            </a:fld>
            <a:endParaRPr lang="en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17DDFD-D70C-C269-693F-362B7F74F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BCF478-B6C3-9323-AE50-9FCE73915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CDBD5-1240-1143-928B-606965EC6CA3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537012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4D506-39BE-B64D-B5FF-AE7A6C89E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7B4010-7D9C-7F2A-0F6A-ED114A10E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3970C-B76A-6246-B9AA-B26951D258E6}" type="datetimeFigureOut">
              <a:rPr lang="en-MX" smtClean="0"/>
              <a:t>26/03/26</a:t>
            </a:fld>
            <a:endParaRPr lang="en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B3A359-8FA8-6280-3109-B7B5A38B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5655F2-DD78-9E2C-91D4-B4FFDA2F2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CDBD5-1240-1143-928B-606965EC6CA3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570906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038A20-B64E-5259-27EB-D8C299357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3970C-B76A-6246-B9AA-B26951D258E6}" type="datetimeFigureOut">
              <a:rPr lang="en-MX" smtClean="0"/>
              <a:t>26/03/26</a:t>
            </a:fld>
            <a:endParaRPr lang="en-MX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52C478-BD63-C4F9-9F1A-98F038C7B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B438A-56BF-996C-B223-723E10603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CDBD5-1240-1143-928B-606965EC6CA3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678217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8BD3E-5057-4CE8-0D56-A600E6AE3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378D0-5882-C5C1-9D43-F1B7D0C5B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827176-4377-7CEF-47CE-52D8C57198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328A67-6FC4-72DB-461F-F65EC126B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3970C-B76A-6246-B9AA-B26951D258E6}" type="datetimeFigureOut">
              <a:rPr lang="en-MX" smtClean="0"/>
              <a:t>26/03/26</a:t>
            </a:fld>
            <a:endParaRPr lang="en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E2BFA4-A4ED-2D47-24BB-0EC3911B8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11AE5F-BC26-84A5-A71B-652A5ACE1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CDBD5-1240-1143-928B-606965EC6CA3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429387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A3A8D-34F8-7AFB-8249-4C4B15007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243AC7-0958-6DFF-421C-ACBD04EF4B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6DFC55-8DCC-8C75-38BF-7344EC55A6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B2E065-7419-8D61-C755-798EF2C2B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3970C-B76A-6246-B9AA-B26951D258E6}" type="datetimeFigureOut">
              <a:rPr lang="en-MX" smtClean="0"/>
              <a:t>26/03/26</a:t>
            </a:fld>
            <a:endParaRPr lang="en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04756A-12E7-D26A-FD21-B8E31C1B4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7AC18B-0231-7A4D-FFB6-E80684EE9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CDBD5-1240-1143-928B-606965EC6CA3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372520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417DB-A49E-48AB-449A-AD8415DEB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844D7B-23F9-22DB-0F5E-0DED179F54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0507C-E4DF-31A6-CFF5-0D70B7CEA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3970C-B76A-6246-B9AA-B26951D258E6}" type="datetimeFigureOut">
              <a:rPr lang="en-MX" smtClean="0"/>
              <a:t>26/03/26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B53BE-80BF-31DB-3D17-F453293BF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D4EB3-AC0C-615E-469C-E371ED57B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CDBD5-1240-1143-928B-606965EC6CA3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963443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3F81C4-B195-8C22-F38B-486B29913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C18E00-ED13-723B-520E-374FCD1267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B49D6-C71C-340A-8020-8AC19BEA2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3970C-B76A-6246-B9AA-B26951D258E6}" type="datetimeFigureOut">
              <a:rPr lang="en-MX" smtClean="0"/>
              <a:t>26/03/26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28F12-BF97-2DB0-9299-F407987C6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73EF47-18C1-F7F1-BA98-283D686CB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CDBD5-1240-1143-928B-606965EC6CA3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597311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4F2F30-D539-D8F2-5879-C41449909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19CAF-771B-ED4E-F2C0-D37C451128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F40421-7B73-1A33-79A7-4ED3243E8A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73970C-B76A-6246-B9AA-B26951D258E6}" type="datetimeFigureOut">
              <a:rPr lang="en-MX" smtClean="0"/>
              <a:t>26/03/26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019F2-5D7A-C701-53DA-21AA087084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1211C2-042C-26FF-059B-1D9400DA83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ACDBD5-1240-1143-928B-606965EC6CA3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65533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EDCD3-91D8-5025-78A4-BE0750C9E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3C8FDD03-5C5E-C9EA-2769-C859080C8AB7}"/>
              </a:ext>
            </a:extLst>
          </p:cNvPr>
          <p:cNvSpPr/>
          <p:nvPr/>
        </p:nvSpPr>
        <p:spPr>
          <a:xfrm>
            <a:off x="0" y="0"/>
            <a:ext cx="12192000" cy="1068946"/>
          </a:xfrm>
          <a:prstGeom prst="rect">
            <a:avLst/>
          </a:prstGeom>
          <a:solidFill>
            <a:srgbClr val="C3270D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X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DE23A0-5A43-4EAE-A84B-28262AB12F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280" y="131907"/>
            <a:ext cx="657325" cy="6573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82F2682-9CA7-4A9B-C16D-77D88E695D7B}"/>
              </a:ext>
            </a:extLst>
          </p:cNvPr>
          <p:cNvSpPr txBox="1"/>
          <p:nvPr/>
        </p:nvSpPr>
        <p:spPr>
          <a:xfrm>
            <a:off x="2540267" y="131907"/>
            <a:ext cx="7495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419" sz="3200" b="1" dirty="0">
                <a:solidFill>
                  <a:schemeClr val="bg1"/>
                </a:solidFill>
              </a:rPr>
              <a:t>Listado de documentos solicitados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B324A6-4CE9-6256-DECA-3DC64A818317}"/>
              </a:ext>
            </a:extLst>
          </p:cNvPr>
          <p:cNvSpPr txBox="1"/>
          <p:nvPr/>
        </p:nvSpPr>
        <p:spPr>
          <a:xfrm>
            <a:off x="289559" y="1220775"/>
            <a:ext cx="1141190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Contratos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vigentes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de: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Primer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equipo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y CT **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Femenil y CT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Fuerzas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Básicas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y CT</a:t>
            </a:r>
          </a:p>
          <a:p>
            <a:endParaRPr lang="en-US" sz="1200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i="1" dirty="0">
                <a:latin typeface="Calibri" panose="020F0502020204030204" pitchFamily="34" charset="0"/>
                <a:cs typeface="Calibri" panose="020F0502020204030204" pitchFamily="34" charset="0"/>
              </a:rPr>
              <a:t>**</a:t>
            </a:r>
            <a:r>
              <a:rPr lang="en-US" sz="1200" i="1" dirty="0" err="1">
                <a:latin typeface="Calibri" panose="020F0502020204030204" pitchFamily="34" charset="0"/>
                <a:cs typeface="Calibri" panose="020F0502020204030204" pitchFamily="34" charset="0"/>
              </a:rPr>
              <a:t>Incluir</a:t>
            </a:r>
            <a:r>
              <a:rPr lang="en-US" sz="12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i="1" dirty="0" err="1">
                <a:latin typeface="Calibri" panose="020F0502020204030204" pitchFamily="34" charset="0"/>
                <a:cs typeface="Calibri" panose="020F0502020204030204" pitchFamily="34" charset="0"/>
              </a:rPr>
              <a:t>Semaforo</a:t>
            </a:r>
            <a:r>
              <a:rPr lang="en-US" sz="1200" i="1" dirty="0"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200" i="1" dirty="0" err="1">
                <a:latin typeface="Calibri" panose="020F0502020204030204" pitchFamily="34" charset="0"/>
                <a:cs typeface="Calibri" panose="020F0502020204030204" pitchFamily="34" charset="0"/>
              </a:rPr>
              <a:t>Jugadores</a:t>
            </a:r>
            <a:r>
              <a:rPr lang="en-US" sz="12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i="1" dirty="0" err="1">
                <a:latin typeface="Calibri" panose="020F0502020204030204" pitchFamily="34" charset="0"/>
                <a:cs typeface="Calibri" panose="020F0502020204030204" pitchFamily="34" charset="0"/>
              </a:rPr>
              <a:t>actuales</a:t>
            </a:r>
            <a:r>
              <a:rPr lang="en-US" sz="1200" i="1" dirty="0">
                <a:latin typeface="Calibri" panose="020F0502020204030204" pitchFamily="34" charset="0"/>
                <a:cs typeface="Calibri" panose="020F0502020204030204" pitchFamily="34" charset="0"/>
              </a:rPr>
              <a:t> con </a:t>
            </a:r>
            <a:r>
              <a:rPr lang="en-US" sz="1200" i="1" dirty="0" err="1">
                <a:latin typeface="Calibri" panose="020F0502020204030204" pitchFamily="34" charset="0"/>
                <a:cs typeface="Calibri" panose="020F0502020204030204" pitchFamily="34" charset="0"/>
              </a:rPr>
              <a:t>vencimientos</a:t>
            </a:r>
            <a:r>
              <a:rPr lang="en-US" sz="1200" i="1" dirty="0"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200" i="1" dirty="0" err="1">
                <a:latin typeface="Calibri" panose="020F0502020204030204" pitchFamily="34" charset="0"/>
                <a:cs typeface="Calibri" panose="020F0502020204030204" pitchFamily="34" charset="0"/>
              </a:rPr>
              <a:t>contrato</a:t>
            </a:r>
            <a:r>
              <a:rPr lang="en-US" sz="1200" i="1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Organigrama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Staff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Deportivo con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Funciograma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Agregar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Vencimiento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Contratos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existen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premios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Contratos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Compra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/Venta de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los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ultimos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3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años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con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detalles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clausulas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200" b="1" dirty="0" err="1">
                <a:latin typeface="Calibri" panose="020F0502020204030204" pitchFamily="34" charset="0"/>
                <a:cs typeface="Calibri" panose="020F0502020204030204" pitchFamily="34" charset="0"/>
              </a:rPr>
              <a:t>comisiones</a:t>
            </a: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dirty="0" err="1">
                <a:latin typeface="Calibri" panose="020F0502020204030204" pitchFamily="34" charset="0"/>
                <a:cs typeface="Calibri" panose="020F0502020204030204" pitchFamily="34" charset="0"/>
              </a:rPr>
              <a:t>pagadas</a:t>
            </a: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y 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finiquitos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1200" b="1" dirty="0" err="1">
                <a:latin typeface="Calibri" panose="020F0502020204030204" pitchFamily="34" charset="0"/>
                <a:cs typeface="Calibri" panose="020F0502020204030204" pitchFamily="34" charset="0"/>
              </a:rPr>
              <a:t>Ejemplo</a:t>
            </a: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Cuanto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han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recibido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por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Jeremy Marquez? ¿Esta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todo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cobrado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? ¿Se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pagaron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total de las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comisiones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? Lo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mismo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con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Durdevic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US" sz="1200" dirty="0"/>
            </a:b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Cuentas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por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pagar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representantes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clubes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Acceso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Siid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. Es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importante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ver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contratos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estan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la Liga MX y al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tener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acceso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se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puede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ver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años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anteriores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Mapa de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sucesión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jugadores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las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categorías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de FB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varonil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femenil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Accesso a Transfer Room: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Plataforma de Trade.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Contratos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con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proveedores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Tecnología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(Datos,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Plataformas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etc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Ejemplo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Driblab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, Stats Bomb,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etc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Controversias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pendientes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Pagos de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formación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por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pagar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por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cobrar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C416E5-2FAD-969D-2AC0-6101F67EBB5B}"/>
              </a:ext>
            </a:extLst>
          </p:cNvPr>
          <p:cNvSpPr txBox="1"/>
          <p:nvPr/>
        </p:nvSpPr>
        <p:spPr>
          <a:xfrm>
            <a:off x="5989320" y="1220775"/>
            <a:ext cx="5913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235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3954</TotalTime>
  <Words>182</Words>
  <Application>Microsoft Macintosh PowerPoint</Application>
  <PresentationFormat>Widescreen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Fernando Espejo</dc:creator>
  <cp:lastModifiedBy>Luis Fernando Espejo</cp:lastModifiedBy>
  <cp:revision>55</cp:revision>
  <dcterms:created xsi:type="dcterms:W3CDTF">2026-03-24T03:47:40Z</dcterms:created>
  <dcterms:modified xsi:type="dcterms:W3CDTF">2026-03-27T21:10:10Z</dcterms:modified>
</cp:coreProperties>
</file>